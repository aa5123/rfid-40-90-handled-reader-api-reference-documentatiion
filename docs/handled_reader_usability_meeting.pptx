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Handled Reader Documentation: Project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26C7A"/>
                </a:solidFill>
                <a:latin typeface="Aptos"/>
              </a:rPr>
              <a:t>A 3-slide meeting view of the documentation model and usability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74519"/>
            <a:ext cx="2788920" cy="50292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Event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Reader publishes payloads.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Docs focus on trigger, payload, and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41648" y="1874519"/>
            <a:ext cx="2788920" cy="50292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Set /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User changes parameters by requirement.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Docs focus on supported values, prerequisites, and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24927" y="1874519"/>
            <a:ext cx="2788920" cy="502920"/>
          </a:xfrm>
          <a:prstGeom prst="rect">
            <a:avLst/>
          </a:prstGeom>
          <a:solidFill>
            <a:srgbClr val="D6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Get Commands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Minimal input from user.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Docs focus on returned response and interpretation.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1498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82E34"/>
                </a:solidFill>
                <a:latin typeface="Aptos"/>
              </a:rPr>
              <a:t>Because command behavior differs, we avoided one generic template for every operation.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82E34"/>
                </a:solidFill>
                <a:latin typeface="Aptos"/>
              </a:rPr>
              <a:t>`set_config` became the reference example for the complex configuration-style template.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Usability Improvements Implemented in the Docs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7492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2C54"/>
                </a:solidFill>
                <a:latin typeface="Aptos Display"/>
              </a:rPr>
              <a:t>Navigation &amp;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5720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Two search experiences: sidebar search for TOC filtering and topbar search for page-wide discovery.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Categorized TOC groups operations by tag so users find the right section faster.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Per-operation PDF download makes content easy to export and analyze with AI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07492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93392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57D8C"/>
                </a:solidFill>
                <a:latin typeface="Aptos Display"/>
              </a:rPr>
              <a:t>Content Readability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14600"/>
            <a:ext cx="45720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JSON examples are presented in a structured interactive format with expand / collapse behavior.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Schema is shown in table format with clear Field / Type / Description columns.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Data types are color-coded so users can quickly distinguish enum, object, array, number, boolean, and string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101498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82E34"/>
                </a:solidFill>
                <a:latin typeface="Aptos"/>
              </a:rPr>
              <a:t>This shifts the documentation from static reference to a usable exploration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59436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0"/>
            <a:ext cx="1316736" cy="59436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2C54"/>
                </a:solidFill>
                <a:latin typeface="Aptos Display"/>
              </a:rPr>
              <a:t>Why This Matters for the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2788920" cy="502920"/>
          </a:xfrm>
          <a:prstGeom prst="rect">
            <a:avLst/>
          </a:prstGeom>
          <a:solidFill>
            <a:srgbClr val="10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For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Faster onboarding.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Less confusion while reading commands and schemas.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874519"/>
            <a:ext cx="2788920" cy="502920"/>
          </a:xfrm>
          <a:prstGeom prst="rect">
            <a:avLst/>
          </a:prstGeom>
          <a:solidFill>
            <a:srgbClr val="15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For Support &amp;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Fewer clarifications on payload structure and supported values.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Better shareability through PDF export.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4927" y="1874519"/>
            <a:ext cx="2788920" cy="3886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24927" y="1874519"/>
            <a:ext cx="2788920" cy="502920"/>
          </a:xfrm>
          <a:prstGeom prst="rect">
            <a:avLst/>
          </a:prstGeom>
          <a:solidFill>
            <a:srgbClr val="D6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For the Meeting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542032"/>
            <a:ext cx="2450592" cy="2971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Shows that the project is not only documented, but designed for usability.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82E34"/>
                </a:solidFill>
                <a:latin typeface="Aptos"/>
              </a:rPr>
              <a:t>Highlights both content quality and portal experience in one 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011680"/>
            <a:ext cx="10424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2316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2C54"/>
                </a:solidFill>
                <a:latin typeface="Aptos Display"/>
              </a:rPr>
              <a:t>The goal is not only to document APIs, but to make them easier to understand, search, export, and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