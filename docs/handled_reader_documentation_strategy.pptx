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Handled Reader Documentation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26C7A"/>
                </a:solidFill>
                <a:latin typeface="Aptos"/>
              </a:rPr>
              <a:t>Why we created different documentation templates for different command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424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2C54"/>
                </a:solidFill>
                <a:latin typeface="Aptos Display"/>
              </a:rPr>
              <a:t>One documentation pattern was not enough for all commands.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1498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Command behavior was analyzed before writing documentation.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The result was a type-based documentation strategy rather than a single generic format.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How We Classified the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26C7A"/>
                </a:solidFill>
                <a:latin typeface="Aptos"/>
              </a:rPr>
              <a:t>Three command categories emerged from the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2788920" cy="50292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Event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Device publishes payloads automatically.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Documentation focuses on emitted data, trigger, and payload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41648" y="1874519"/>
            <a:ext cx="2788920" cy="50292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Set / Config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User changes parameters based on deployment needs.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Documentation focuses on configurable fields, prerequisites, rules, and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24927" y="1874519"/>
            <a:ext cx="2788920" cy="502920"/>
          </a:xfrm>
          <a:prstGeom prst="rect">
            <a:avLst/>
          </a:prstGeom>
          <a:solidFill>
            <a:srgbClr val="D6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Get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Request is simple and usually has no changing parameters.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Documentation focuses on returned response data and how to interpret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Why Different Templates Were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1498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Using one template for every command made the documentation repetitive and less useful.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Each command type answers different user questions.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Events: What does the device publish?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Set / Config: What can the user change and what are the constraints?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Get: What information comes back from the device?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Template design was therefore driven by user intent, not just by command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Template Logic by Command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C54"/>
                </a:solidFill>
                <a:latin typeface="Aptos Display"/>
              </a:rPr>
              <a:t>Event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5720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Description of when the event is emitted.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Payload structure and important fields.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Examples showing actual published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07492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57D8C"/>
                </a:solidFill>
                <a:latin typeface="Aptos Display"/>
              </a:rPr>
              <a:t>Set / Get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45720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Description of the command purpose.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Command Details section with supported values and versions.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Before You Begin and Rules sections for user-facing clarity.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Set Config as the Example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26C7A"/>
                </a:solidFill>
                <a:latin typeface="Aptos"/>
              </a:rPr>
              <a:t>`set_config` represents the more complex configuration-style template.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1498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82E34"/>
                </a:solidFill>
                <a:latin typeface="Aptos"/>
              </a:rPr>
              <a:t>Description explains the command goal in plain language.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82E34"/>
                </a:solidFill>
                <a:latin typeface="Aptos"/>
              </a:rPr>
              <a:t>Command Details summarizes the important supported capabilities in one place.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Supported operations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Endpoint types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Protocols and verification types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626C7A"/>
                </a:solidFill>
                <a:latin typeface="Aptos"/>
              </a:rPr>
              <a:t>API versions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82E34"/>
                </a:solidFill>
                <a:latin typeface="Aptos"/>
              </a:rPr>
              <a:t>Before You Begin tells the user what decisions and inputs are needed before sending the command.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82E34"/>
                </a:solidFill>
                <a:latin typeface="Aptos"/>
              </a:rPr>
              <a:t>Rules and Constraints reduce trial-and-error by making limits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How We Can Improve the Presentation of Command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1498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Do more than list fields: explain what decisions the user must make.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Group supported values by purpose, not just by schema order.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Surface operational constraints early, before payload examples.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Show supported values such as authentication, protocols, verification, and versions in a compact table.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82E34"/>
                </a:solidFill>
                <a:latin typeface="Aptos"/>
              </a:rPr>
              <a:t>Use the same section sequence across similar command types for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Benefits of This Documentation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2788920" cy="50292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For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Faster understanding of what a command does.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Less confusion about supported values and required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874519"/>
            <a:ext cx="2788920" cy="50292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For Writers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Consistent structure across similar commands.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Easier maintenance when schema or behavior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4927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24927" y="1874519"/>
            <a:ext cx="2788920" cy="502920"/>
          </a:xfrm>
          <a:prstGeom prst="rect">
            <a:avLst/>
          </a:prstGeom>
          <a:solidFill>
            <a:srgbClr val="D6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For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Cleaner generated docs.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Better alignment between operation descriptions and OpenAPI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Recommended Next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424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2C54"/>
                </a:solidFill>
                <a:latin typeface="Aptos Display"/>
              </a:rPr>
              <a:t>Keep the command-type template approach, then refine each template for clarity and reuse.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1498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Standardize one template each for Event, Set / Config, and Get commands.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Use `set_config` as the reference example for complex configuration commands.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Keep generation scripts aligned so documentation and output stay synchronized.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